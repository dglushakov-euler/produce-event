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023360" cy="4023360"/>
          </a:xfrm>
          <a:prstGeom prst="ellipse">
            <a:avLst/>
          </a:prstGeom>
          <a:solidFill>
            <a:srgbClr val="C6A15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C6A15B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СОБЫТИЙНОЕ АГЕНТСТВО НОВОГО ПОКОЛЕНИЯ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 Event.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C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Продюсируем события, которые невозможно забыть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produceevent.ru</a:t>
            </a:r>
            <a:pPr indent="0" marL="0">
              <a:buNone/>
            </a:pPr>
            <a:r>
              <a:rPr lang="en-US" sz="13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+7 (906) 772-42-72   ·   Москва и вся Россия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023360" cy="4023360"/>
          </a:xfrm>
          <a:prstGeom prst="ellipse">
            <a:avLst/>
          </a:prstGeom>
          <a:solidFill>
            <a:srgbClr val="C6A15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C6A15B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МАНИФЕСТ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не организуем мероприятия — мы </a:t>
            </a:r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продюсируем впечатления</a:t>
            </a:r>
            <a:pPr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Каждое событие рождается из идеи, обретает форму в безупречном продакшне и остаётся в памяти гостей надолго после финальных аккордов.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97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51560" y="5212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опыта команды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397764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4297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703320" y="5212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реализованных событий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97764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4297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55080" y="5212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городов и стран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78240" y="397764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4297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006840" y="5212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 возвращаются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продюсируем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84832"/>
            <a:ext cx="566928" cy="566928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219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7614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события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78992" y="3291840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Юбилеи компаний, корпоративы и церемонии награждения с продуманной драматургией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17136" y="18288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73168" y="2084832"/>
            <a:ext cx="566928" cy="566928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22199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3168" y="27614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Тимбилдинг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73168" y="3291840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Командные форматы, которые по-настоящему сплачивают — от активных программ до постановок с сотрудниками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11312" y="18288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67344" y="2084832"/>
            <a:ext cx="566928" cy="566928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22199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7614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Частные торжества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67344" y="3291840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Приватный приём в загородном доме или детский день рождения — деликатно, на высшем уровне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431596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78992" y="4572000"/>
            <a:ext cx="566928" cy="566928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470916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52486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Бренд-ивенты и презентации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078992" y="577900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Запуски продуктов, открытия и презентации, которые работают на репутацию бренда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17136" y="431596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73168" y="4572000"/>
            <a:ext cx="566928" cy="566928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70916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3168" y="52486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Конференции и форумы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773168" y="577900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Деловые события любого масштаба: контент, сцена, технологии и сервис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11312" y="431596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67344" y="4572000"/>
            <a:ext cx="566928" cy="566928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470916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67344" y="52486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Продакшн и техника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67344" y="5779008"/>
            <a:ext cx="3008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Свет, звук, видео, сцена, AV и спецэффекты — полное техническое обеспечение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Работы, которыми гордимся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 «РЕГИОНЫ»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5420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Открытие ТЦ «Июнь», Сыктывкар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3493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2611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гостей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Городской праздник: шоу-программа, 15+ мастер-классов, выступление Supafly, граффити-конкурс и банкет для правительства региона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17136" y="19202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HEADHUNTER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91456" y="25420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Годовая конференция и День рождения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91456" y="3493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91456" y="42611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гостей · неделя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91456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Загородная конференция под Москвой: деловая программа, тимбилдинг и театральные постановки с участием сотрудников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11312" y="19202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ASTELLAS PHARMA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85632" y="25420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Цикловое совещание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85632" y="3493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485632" y="42611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участников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85632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недели деловой программы, три банкета, тимбилдинг и гала-ужин на 650 персон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…и это только часть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5420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Новогоднее празднование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3493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2611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гостей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Laser Party: лазерное шоу, туманный экран и специально созданный видеоконтент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17136" y="19202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УРАЛКАЛИЙ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91456" y="25420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Корпоративный фильм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91456" y="3493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91456" y="42611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сотрудников в кадре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91456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Короткометражное кино по мотивам «Человека с бульвара Капуцинов»: сценарий, съёмки, бэкстейдж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11312" y="192024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85632" y="25420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Ежегодный ИТ-саммит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85632" y="34930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485632" y="42611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гостей · 4 дня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85632" y="4663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площадки, 30 выставочных стендов, интерактивный квест, мобильное приложение и гала-ужин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023360" cy="4023360"/>
          </a:xfrm>
          <a:prstGeom prst="ellipse">
            <a:avLst/>
          </a:prstGeom>
          <a:solidFill>
            <a:srgbClr val="C6A15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C6A15B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 ДОВЕРЯЮТ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Лидеры рынка и международные бренды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Уралкалий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75304" y="2148840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2148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HeadHunter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7648" y="2148840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2148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Komatsu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9992" y="2148840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9992" y="2148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Statoil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136392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363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Черкизово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75304" y="3136392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31363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Линзмастер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27648" y="3136392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31363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Astellas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79992" y="3136392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31363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ГК «Регионы»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123944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239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Unilever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75304" y="4123944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304" y="41239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7648" y="4123944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41239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Фармстандарт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79992" y="4123944"/>
            <a:ext cx="2606040" cy="822960"/>
          </a:xfrm>
          <a:prstGeom prst="roundRect">
            <a:avLst>
              <a:gd name="adj" fmla="val 777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9992" y="41239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…а также частные клиенты, которых мы не называем: конфиденциальность — часть нашей работы (NDA по умолчанию)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с нами спокойно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496312"/>
            <a:ext cx="713232" cy="713232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6700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4290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15568" y="393192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по умолчанию. Часть проектов мы показываем только на личной встрече. Ваши гости и ваши события — только ваши.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17136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9744" y="2496312"/>
            <a:ext cx="713232" cy="713232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700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9744" y="34290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Безупречный вкус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09744" y="393192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Эстетика во всём: от первого приглашения до последнего кадра aftermovie. Премиальный уровень — это детали.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11312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2496312"/>
            <a:ext cx="713232" cy="713232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6700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4290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03920" y="393192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продакшн и проверенные подрядчики. Один контакт, полная смета, никаких сюрпризов в день события.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работаем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1A1A1E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7452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57400" y="187452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 и стратегия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0" y="187452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Погружаемся в задачу, аудиторию и цели. Формируем стратегию события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843784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4378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57400" y="284378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и креатив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86400" y="2843784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идею, сценарий, визуальный язык. Подбираем площадку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13048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1A1A1E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81304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57400" y="381304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и продакшн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86400" y="3813048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Сметы, подрядчики, артисты, техника, тайминг. Контроль каждой детали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782312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141417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057400" y="47823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0" y="478231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Режиссируем событие в реальном времени. Вы наслаждаетесь — мы работаем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751576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1A1A1E"/>
          </a:solidFill>
          <a:ln w="12700">
            <a:solidFill>
              <a:srgbClr val="2625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75157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057400" y="575157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Пост-продакшн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86400" y="5751576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Aftermovie, отчёт, обратная связь и аналитика результата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023360" cy="4023360"/>
          </a:xfrm>
          <a:prstGeom prst="ellipse">
            <a:avLst/>
          </a:prstGeom>
          <a:solidFill>
            <a:srgbClr val="C6A15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C6A15B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C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Расскажите о вашем событии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Вернёмся с идеями и оценкой в течение одного рабочего дня. Без шаблонов — только концепция под вашу задачу, бюджет и аудиторию.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1788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(906) 772-42-72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690872"/>
            <a:ext cx="457200" cy="457200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800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1328" y="46451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produceevent.ru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22960" y="5312664"/>
            <a:ext cx="457200" cy="457200"/>
          </a:xfrm>
          <a:prstGeom prst="ellipse">
            <a:avLst/>
          </a:prstGeom>
          <a:solidFill>
            <a:srgbClr val="C6A15B">
              <a:alpha val="1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4223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52669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hello@produceevent.ru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Event — событийное агентство нового поколения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2026-07-26T14:14:09Z</dcterms:created>
  <dcterms:modified xsi:type="dcterms:W3CDTF">2026-07-26T14:14:09Z</dcterms:modified>
</cp:coreProperties>
</file>